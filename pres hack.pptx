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9" r:id="rId4"/>
    <p:sldId id="257" r:id="rId5"/>
    <p:sldId id="258" r:id="rId6"/>
    <p:sldId id="260" r:id="rId7"/>
    <p:sldId id="262" r:id="rId8"/>
    <p:sldId id="261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1152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F6571-C216-E766-8F43-AA95DD590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9995BA-151B-80AB-6ABE-8947518B3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A402B8-A049-A8BF-EEE3-FB148AF77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64CB31-31A1-7736-E0DB-E5D34F8B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D456C6-E1BF-8F97-4134-1A3329F1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12117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D75F6-3C77-5CE8-06E6-50F53492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27B100-7FDA-C576-C9FE-F971F2140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DD9B67-DC37-509A-650B-4B8D33C1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6B2826-B265-6092-73C1-4E9C0067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99A163-B21C-304B-A40A-AE573CD7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47059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8C277-1F3B-C22C-AF4E-DE4D0E7B5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EF68C9-07A3-36DA-4993-453A03CE9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9FD066-357F-177E-5805-AE0DB77C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9CE825-82CE-E592-F438-A7BCBC43F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4B2F11-80FE-8695-FDEB-D7B0C071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68293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FD824-199F-6265-9F31-6C7C5D60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A7742C-C426-8901-07DA-B5FD0527E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FB626D-7F01-37D6-130D-E42569379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B9F5D0-418E-A7FD-C694-D6C4264D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132BE3-63E6-7A21-03C1-393D6D05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119F95-D05C-6928-5029-C890AC22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51541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A4320-34C9-165C-449B-ECE67107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012A9F-A1A4-0305-EE49-2866C25D8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6B96A2-1DA9-A510-CD1B-128CE3989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791C06-FACA-E697-B1BF-CC366526C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C962A6-437B-7ADF-3E2E-9F42262CD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A027E0-E1D6-E3B8-74BE-BEA1335B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8F72069-12EE-4857-5CD8-DBAB295F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5C9B7F-0EBB-71CB-4E8D-0891A1C2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05899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250B53-A2CF-821E-2190-8F2716E9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7DE095-C837-6EC4-AEA0-C929EBD9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674FAF-27AD-EC91-476F-85DA6089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31AFFE-59B0-CA29-09D1-19778291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47077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38239B4-AAC9-EF38-B295-E6F11D37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4F7927E-ACA4-51BF-1449-18ED62B7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356E5D-23D8-21D6-5CC8-B563E36A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88894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22345F-4B5D-5571-8095-3BE038963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61E51C-B2B0-FAD9-5076-CA19F050E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5865EE-1C21-0420-9212-AFBD8966F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174967-252F-2B91-3023-254F4D98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D5A5E7-237F-A722-2826-EAC7946F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D78696-C000-46DF-6D47-8FAEBB48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88669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80808-AA70-F7F4-6383-3C459D28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F54B6FB-18C3-E17D-D4CD-F8B38F456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0EC5F7-DF06-D873-F50D-18A6734CF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37FAF5-761A-D97A-42BB-CD5FA4C6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62EACF-2586-2C2C-14DB-3B899A79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627884-BD71-9A1B-8265-4D7D13D2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03464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D37AC-6749-1F70-B3B5-BE07695D8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E9EDB7A-72D4-51FB-92E9-48C4D88F5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D0AF23-AF8A-85E8-F6A3-1DCE62BD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D11AF3-5C4B-1105-E2B5-E5418963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9DF59A-47A3-61FB-C1AE-9B49993F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4255115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61088D3-A120-7A5F-5396-90913966C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C4B814-DAC3-3F79-472D-1935E1465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149BED-8C27-CF58-4AFC-8F5FE79D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4B7AFE-7A6F-3FFA-91D7-0C7F78E4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75AB9A-DD04-4E3A-21AC-EBF03E19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64913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7686682-9497-ED86-C9E3-FD1A743E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9A2C21-AB7E-3D7F-0588-C0268913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C899B6-1997-97D5-2B98-861776B79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E6451-CB08-4787-AAFC-AE0706713C03}" type="datetimeFigureOut">
              <a:rPr lang="fr-CI" smtClean="0"/>
              <a:t>16/12/2025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C16BBB-A1A3-EF30-6131-E8CF75AFF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06C6E9-526C-7381-1DA1-0354F7DDE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E362C-333D-44F8-8632-536B6FCB95A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07451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83139-EA05-7816-69CB-2B107166B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2046" y="1027611"/>
            <a:ext cx="8665029" cy="3457303"/>
          </a:xfrm>
        </p:spPr>
        <p:txBody>
          <a:bodyPr>
            <a:normAutofit/>
          </a:bodyPr>
          <a:lstStyle/>
          <a:p>
            <a:r>
              <a:rPr lang="fr-FR" b="1" dirty="0"/>
              <a:t>Application web de Gestion Intelligente des Présences et Annonces du Campus</a:t>
            </a:r>
            <a:endParaRPr lang="fr-CI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F40C11-86A9-0644-B8F4-53575B524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30389"/>
            <a:ext cx="9144000" cy="578077"/>
          </a:xfrm>
        </p:spPr>
        <p:txBody>
          <a:bodyPr>
            <a:normAutofit/>
          </a:bodyPr>
          <a:lstStyle/>
          <a:p>
            <a:r>
              <a:rPr lang="fr-CI" dirty="0"/>
              <a:t>COLLECTIF HNM</a:t>
            </a:r>
          </a:p>
        </p:txBody>
      </p:sp>
    </p:spTree>
    <p:extLst>
      <p:ext uri="{BB962C8B-B14F-4D97-AF65-F5344CB8AC3E}">
        <p14:creationId xmlns:p14="http://schemas.microsoft.com/office/powerpoint/2010/main" val="197341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18725B-C012-DB0A-04A8-33964165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I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B7C13F-E054-4EEE-4B1C-0CA771C02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CI" dirty="0"/>
              <a:t>CONSTATS</a:t>
            </a:r>
          </a:p>
          <a:p>
            <a:pPr marL="514350" indent="-514350">
              <a:buFont typeface="+mj-lt"/>
              <a:buAutoNum type="arabicPeriod"/>
            </a:pPr>
            <a:r>
              <a:rPr lang="fr-CI" dirty="0"/>
              <a:t>SOLUTION</a:t>
            </a:r>
          </a:p>
          <a:p>
            <a:pPr marL="514350" indent="-514350">
              <a:buFont typeface="+mj-lt"/>
              <a:buAutoNum type="arabicPeriod"/>
            </a:pPr>
            <a:r>
              <a:rPr lang="fr-CI" dirty="0"/>
              <a:t>OBJECTIFS</a:t>
            </a:r>
          </a:p>
          <a:p>
            <a:pPr marL="514350" indent="-514350">
              <a:buFont typeface="+mj-lt"/>
              <a:buAutoNum type="arabicPeriod"/>
            </a:pPr>
            <a:r>
              <a:rPr lang="fr-CI" dirty="0"/>
              <a:t>AVANTAGES</a:t>
            </a:r>
          </a:p>
          <a:p>
            <a:pPr marL="514350" indent="-514350">
              <a:buFont typeface="+mj-lt"/>
              <a:buAutoNum type="arabicPeriod"/>
            </a:pPr>
            <a:r>
              <a:rPr lang="fr-CI" dirty="0"/>
              <a:t>FONCTIONNEMENT </a:t>
            </a:r>
          </a:p>
          <a:p>
            <a:pPr marL="514350" indent="-514350">
              <a:buFont typeface="+mj-lt"/>
              <a:buAutoNum type="arabicPeriod"/>
            </a:pPr>
            <a:r>
              <a:rPr lang="fr-CI" dirty="0"/>
              <a:t>TECHNOLOGIES</a:t>
            </a:r>
          </a:p>
          <a:p>
            <a:pPr marL="514350" indent="-514350">
              <a:buFont typeface="+mj-lt"/>
              <a:buAutoNum type="arabicPeriod"/>
            </a:pPr>
            <a:r>
              <a:rPr lang="fr-CI" dirty="0"/>
              <a:t>POINT A AMELIORER</a:t>
            </a:r>
          </a:p>
          <a:p>
            <a:pPr marL="514350" indent="-514350">
              <a:buFont typeface="+mj-lt"/>
              <a:buAutoNum type="arabicPeriod"/>
            </a:pPr>
            <a:r>
              <a:rPr lang="fr-CI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8790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C2272A-7BEC-5FA3-554A-DBA70CF03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/>
              <a:t>MEMBRES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2AEADC-A24C-6994-AB4B-94B41E619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I" dirty="0"/>
              <a:t>AMAH ABDOUL HAMID</a:t>
            </a:r>
          </a:p>
          <a:p>
            <a:r>
              <a:rPr lang="fr-CI" dirty="0"/>
              <a:t>DOSSO NADIA</a:t>
            </a:r>
          </a:p>
          <a:p>
            <a:r>
              <a:rPr lang="fr-CI" dirty="0"/>
              <a:t>KRA MARIE ODILE </a:t>
            </a:r>
          </a:p>
        </p:txBody>
      </p:sp>
    </p:spTree>
    <p:extLst>
      <p:ext uri="{BB962C8B-B14F-4D97-AF65-F5344CB8AC3E}">
        <p14:creationId xmlns:p14="http://schemas.microsoft.com/office/powerpoint/2010/main" val="241995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39E71-66C2-9CD2-5C58-DCA191AC7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/>
              <a:t>Constats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9FA69-8E46-8AC5-5BFC-64CE05488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0809"/>
          </a:xfrm>
        </p:spPr>
        <p:txBody>
          <a:bodyPr/>
          <a:lstStyle/>
          <a:p>
            <a:r>
              <a:rPr lang="fr-CI" dirty="0"/>
              <a:t>Présence des Etudiants :</a:t>
            </a:r>
          </a:p>
          <a:p>
            <a:pPr marL="0" indent="0">
              <a:buNone/>
            </a:pPr>
            <a:r>
              <a:rPr lang="fr-FR" sz="2000" dirty="0"/>
              <a:t>         De nos jours, les étudiants ont tendance à ne plus suivre les cours, voir même plus </a:t>
            </a:r>
          </a:p>
          <a:p>
            <a:pPr marL="0" indent="0">
              <a:buNone/>
            </a:pPr>
            <a:endParaRPr lang="fr-CI" dirty="0"/>
          </a:p>
          <a:p>
            <a:r>
              <a:rPr lang="fr-CI" dirty="0"/>
              <a:t>Gestion manuelle:</a:t>
            </a:r>
          </a:p>
          <a:p>
            <a:pPr marL="0" indent="0">
              <a:buNone/>
            </a:pPr>
            <a:r>
              <a:rPr lang="fr-FR" sz="2000" dirty="0"/>
              <a:t>Cette méthode entraine plusieurs difficultés majeures</a:t>
            </a:r>
          </a:p>
          <a:p>
            <a:pPr marL="0" indent="0">
              <a:buNone/>
            </a:pPr>
            <a:r>
              <a:rPr lang="fr-FR" sz="2000" dirty="0"/>
              <a:t>    .  Pertes des feuilles de présence</a:t>
            </a:r>
          </a:p>
          <a:p>
            <a:pPr marL="0" indent="0">
              <a:buNone/>
            </a:pPr>
            <a:r>
              <a:rPr lang="fr-FR" sz="2000" dirty="0"/>
              <a:t>    .  L’appel en classe fait perdre du temps</a:t>
            </a:r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351278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8E1108-EA44-3FD8-C8A6-9DB15A16A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/>
              <a:t>Solution proposé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2D86FF-3268-E2A1-8675-A456FD64A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9061"/>
          </a:xfrm>
        </p:spPr>
        <p:txBody>
          <a:bodyPr/>
          <a:lstStyle/>
          <a:p>
            <a:r>
              <a:rPr lang="fr-FR" dirty="0"/>
              <a:t>Un </a:t>
            </a:r>
            <a:r>
              <a:rPr lang="fr-FR" b="1" dirty="0"/>
              <a:t>système numérique fiable et intuitif</a:t>
            </a:r>
            <a:r>
              <a:rPr lang="fr-FR" dirty="0"/>
              <a:t> pour automatiser et optimiser le suivi de la présence des étudiants, garantissant précision et efficacité.</a:t>
            </a:r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407465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627796-3C99-9CF0-7B26-A73743D0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Objectifs du projet : Révolutionner la gestion des présences</a:t>
            </a:r>
            <a:br>
              <a:rPr lang="fr-FR" b="1" dirty="0"/>
            </a:br>
            <a:endParaRPr lang="fr-CI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4F8C64-B656-D421-52F5-8EE66272E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Automatiser l'enregistrement</a:t>
            </a:r>
          </a:p>
          <a:p>
            <a:pPr marL="0" indent="0">
              <a:buNone/>
            </a:pPr>
            <a:r>
              <a:rPr lang="fr-FR" dirty="0"/>
              <a:t>Minimiser les tâches répétitives et libérer du temps pour le personnel administratif et enseignant.</a:t>
            </a:r>
          </a:p>
          <a:p>
            <a:r>
              <a:rPr lang="fr-FR" b="1" dirty="0"/>
              <a:t>Faciliter le travail des enseignants</a:t>
            </a:r>
          </a:p>
          <a:p>
            <a:pPr marL="0" indent="0">
              <a:buNone/>
            </a:pPr>
            <a:r>
              <a:rPr lang="fr-FR" dirty="0"/>
              <a:t>Mettre à leur disposition un outil simple et rapide pour gérer les présences sans contraintes techniques.</a:t>
            </a:r>
          </a:p>
          <a:p>
            <a:r>
              <a:rPr lang="fr-FR" b="1" dirty="0"/>
              <a:t>Suivi clair et détaillé</a:t>
            </a:r>
          </a:p>
          <a:p>
            <a:pPr marL="0" indent="0">
              <a:buNone/>
            </a:pPr>
            <a:r>
              <a:rPr lang="fr-FR" dirty="0"/>
              <a:t>Offrir une vue précise de la présence par étudiant et par créneau horaire,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12483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09BF85-38F9-AEA9-605A-4BF80132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Avantages : Une solution complète</a:t>
            </a:r>
            <a:br>
              <a:rPr lang="fr-FR" b="1" dirty="0"/>
            </a:br>
            <a:endParaRPr lang="fr-CI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385E47-0166-276D-5E7B-B37C815D5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Gestion des étudiants</a:t>
            </a:r>
          </a:p>
          <a:p>
            <a:pPr marL="0" indent="0">
              <a:buNone/>
            </a:pPr>
            <a:r>
              <a:rPr lang="fr-FR" dirty="0"/>
              <a:t>Une base de données centralisée pour administrer facilement les profils étudiants et les cursus.</a:t>
            </a:r>
          </a:p>
          <a:p>
            <a:r>
              <a:rPr lang="fr-FR" b="1" dirty="0"/>
              <a:t>Filtrage par créneau</a:t>
            </a:r>
          </a:p>
          <a:p>
            <a:pPr marL="0" indent="0">
              <a:buNone/>
            </a:pPr>
            <a:r>
              <a:rPr lang="fr-FR" dirty="0"/>
              <a:t>Recherche et consultation des présences par session (matin / soir), facilitant l'analyse.</a:t>
            </a:r>
          </a:p>
          <a:p>
            <a:r>
              <a:rPr lang="fr-FR" b="1" dirty="0"/>
              <a:t>Système de Flamme </a:t>
            </a:r>
          </a:p>
          <a:p>
            <a:pPr marL="0" indent="0">
              <a:buNone/>
            </a:pPr>
            <a:r>
              <a:rPr lang="fr-CI" dirty="0"/>
              <a:t>Sur le tableau de bord de l’étudiant, il doit se connecter chaque jour a la plateforme pour voir ses flammes grimper</a:t>
            </a:r>
          </a:p>
        </p:txBody>
      </p:sp>
    </p:spTree>
    <p:extLst>
      <p:ext uri="{BB962C8B-B14F-4D97-AF65-F5344CB8AC3E}">
        <p14:creationId xmlns:p14="http://schemas.microsoft.com/office/powerpoint/2010/main" val="251063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FB3CD5-E193-11F4-FB44-58653A95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Fonctionnement du système : Un processus simple et efficace</a:t>
            </a:r>
            <a:br>
              <a:rPr lang="fr-FR" b="1" dirty="0"/>
            </a:br>
            <a:endParaRPr lang="fr-CI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A79DDA-0B3B-736F-CCEC-0B8C9C4A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b="1" dirty="0"/>
              <a:t>1. Connexion de l'enseignant</a:t>
            </a:r>
          </a:p>
          <a:p>
            <a:pPr marL="0" indent="0">
              <a:buNone/>
            </a:pPr>
            <a:r>
              <a:rPr lang="fr-FR" dirty="0"/>
              <a:t>Accès sécurisé à la plateforme via des identifiants personnels.</a:t>
            </a:r>
          </a:p>
          <a:p>
            <a:r>
              <a:rPr lang="fr-FR" b="1" dirty="0"/>
              <a:t>2. Sélection filière et niveau</a:t>
            </a:r>
          </a:p>
          <a:p>
            <a:pPr marL="0" indent="0">
              <a:buNone/>
            </a:pPr>
            <a:r>
              <a:rPr lang="fr-FR" dirty="0"/>
              <a:t>Choix de la classe concernée pour la session de cours.</a:t>
            </a:r>
          </a:p>
          <a:p>
            <a:r>
              <a:rPr lang="fr-FR" b="1" dirty="0"/>
              <a:t>3. Liste d'étudiants</a:t>
            </a:r>
          </a:p>
          <a:p>
            <a:pPr marL="0" indent="0">
              <a:buNone/>
            </a:pPr>
            <a:r>
              <a:rPr lang="fr-FR" dirty="0"/>
              <a:t>Affichage des étudiants avec boutons "Présent" / "Absent" interactifs.</a:t>
            </a:r>
          </a:p>
          <a:p>
            <a:r>
              <a:rPr lang="fr-FR" b="1" dirty="0"/>
              <a:t>4. Verrouillage automatique</a:t>
            </a:r>
          </a:p>
          <a:p>
            <a:pPr marL="0" indent="0">
              <a:buNone/>
            </a:pPr>
            <a:r>
              <a:rPr lang="fr-FR" dirty="0"/>
              <a:t>Le créneau de présence est verrouillé après 24h, garantissant la validité des données.</a:t>
            </a:r>
          </a:p>
          <a:p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181718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BF1118-6A22-AF92-4902-583442B5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b="1" dirty="0"/>
              <a:t>Technologies utilisées : Des outils modernes et robustes</a:t>
            </a:r>
            <a:br>
              <a:rPr lang="fr-FR" b="1" dirty="0"/>
            </a:br>
            <a:endParaRPr lang="fr-CI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1759A5-6BEA-0915-7DEC-A47EB6D6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60181"/>
          </a:xfrm>
        </p:spPr>
        <p:txBody>
          <a:bodyPr/>
          <a:lstStyle/>
          <a:p>
            <a:r>
              <a:rPr lang="fr-CI" dirty="0"/>
              <a:t>FRONTEND : HTML, CSS, JS et JINJA2 pour une interface utilisateur réactive et dynamique</a:t>
            </a:r>
          </a:p>
          <a:p>
            <a:r>
              <a:rPr lang="fr-CI" dirty="0"/>
              <a:t>BACKEND : FLASK ( PYTHON ) </a:t>
            </a:r>
            <a:r>
              <a:rPr lang="fr-CI" dirty="0" err="1"/>
              <a:t>framework</a:t>
            </a:r>
            <a:r>
              <a:rPr lang="fr-CI" dirty="0"/>
              <a:t> web léger et puissant, idéal pour les applications web</a:t>
            </a:r>
          </a:p>
          <a:p>
            <a:r>
              <a:rPr lang="fr-CI" dirty="0"/>
              <a:t>BASE DE DONNEE : MYSQL système de gestion de base de données relationnelle open-source, robuste et performant</a:t>
            </a:r>
          </a:p>
        </p:txBody>
      </p:sp>
    </p:spTree>
    <p:extLst>
      <p:ext uri="{BB962C8B-B14F-4D97-AF65-F5344CB8AC3E}">
        <p14:creationId xmlns:p14="http://schemas.microsoft.com/office/powerpoint/2010/main" val="2445115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A0DA8-2573-AC5E-E653-363C0D06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/>
              <a:t>Points à améliorer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A89799-677D-D06D-536E-E2E0C063A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Rendre l'interface plus intuitive                                                                                                                                         </a:t>
            </a:r>
          </a:p>
          <a:p>
            <a:r>
              <a:rPr lang="fr-FR" dirty="0"/>
              <a:t>Mettre en place un système de sauvegarde automatique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fr-FR" dirty="0"/>
              <a:t>Mieux garantir les données des étudiants</a:t>
            </a:r>
          </a:p>
          <a:p>
            <a:r>
              <a:rPr lang="fr-FR" dirty="0"/>
              <a:t>Avoir des rapports téléchargeables</a:t>
            </a:r>
          </a:p>
          <a:p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283915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EFE9E4-7FA9-A25D-1A73-D877584D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16F2FE-8F66-60FF-5848-F59964626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L'application web de gestion intelligente des présences et des annonces du campus constitue une solution efficace pour améliorer l'organisation et la communication au sein du campus .Grace a son approche intelligente , l'application optimise le temps, offre aux étudiants et au personnel un  cadre d'apprentissage moderne par le numérique.</a:t>
            </a: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27256975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3298</TotalTime>
  <Words>459</Words>
  <Application>Microsoft Office PowerPoint</Application>
  <PresentationFormat>Grand écran</PresentationFormat>
  <Paragraphs>59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Application web de Gestion Intelligente des Présences et Annonces du Campus</vt:lpstr>
      <vt:lpstr>SOMMAIRE</vt:lpstr>
      <vt:lpstr>MEMBRES</vt:lpstr>
      <vt:lpstr>Constats</vt:lpstr>
      <vt:lpstr>Solution proposé</vt:lpstr>
      <vt:lpstr>Objectifs du projet : Révolutionner la gestion des présences </vt:lpstr>
      <vt:lpstr>Avantages : Une solution complète </vt:lpstr>
      <vt:lpstr>Fonctionnement du système : Un processus simple et efficace </vt:lpstr>
      <vt:lpstr> Technologies utilisées : Des outils modernes et robustes </vt:lpstr>
      <vt:lpstr>Points à améliorer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DOULY douly</dc:creator>
  <cp:lastModifiedBy>DOULY douly</cp:lastModifiedBy>
  <cp:revision>2</cp:revision>
  <dcterms:created xsi:type="dcterms:W3CDTF">2025-12-17T01:18:28Z</dcterms:created>
  <dcterms:modified xsi:type="dcterms:W3CDTF">2025-12-19T08:16:48Z</dcterms:modified>
</cp:coreProperties>
</file>